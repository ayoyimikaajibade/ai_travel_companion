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75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16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224925" y="2128325"/>
            <a:ext cx="4192864" cy="7856191"/>
            <a:chOff x="0" y="-47625"/>
            <a:chExt cx="1104286" cy="2123467"/>
          </a:xfrm>
        </p:grpSpPr>
        <p:sp>
          <p:nvSpPr>
            <p:cNvPr id="85" name="Google Shape;85;p13"/>
            <p:cNvSpPr/>
            <p:nvPr/>
          </p:nvSpPr>
          <p:spPr>
            <a:xfrm>
              <a:off x="0" y="0"/>
              <a:ext cx="1104286" cy="2075842"/>
            </a:xfrm>
            <a:custGeom>
              <a:avLst/>
              <a:gdLst/>
              <a:ahLst/>
              <a:cxnLst/>
              <a:rect l="l" t="t" r="r" b="b"/>
              <a:pathLst>
                <a:path w="1104286" h="2075842" extrusionOk="0">
                  <a:moveTo>
                    <a:pt x="0" y="0"/>
                  </a:moveTo>
                  <a:lnTo>
                    <a:pt x="1104286" y="0"/>
                  </a:lnTo>
                  <a:lnTo>
                    <a:pt x="1104286" y="2075842"/>
                  </a:lnTo>
                  <a:lnTo>
                    <a:pt x="0" y="2075842"/>
                  </a:lnTo>
                  <a:close/>
                </a:path>
              </a:pathLst>
            </a:custGeom>
            <a:solidFill>
              <a:srgbClr val="BC955C"/>
            </a:solidFill>
            <a:ln>
              <a:noFill/>
            </a:ln>
          </p:spPr>
        </p:sp>
        <p:sp>
          <p:nvSpPr>
            <p:cNvPr id="86" name="Google Shape;86;p13"/>
            <p:cNvSpPr txBox="1"/>
            <p:nvPr/>
          </p:nvSpPr>
          <p:spPr>
            <a:xfrm>
              <a:off x="0" y="-47625"/>
              <a:ext cx="1104286" cy="2123467"/>
            </a:xfrm>
            <a:prstGeom prst="rect">
              <a:avLst/>
            </a:prstGeom>
            <a:solidFill>
              <a:srgbClr val="BC955C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87;p13"/>
          <p:cNvGrpSpPr/>
          <p:nvPr/>
        </p:nvGrpSpPr>
        <p:grpSpPr>
          <a:xfrm>
            <a:off x="4665400" y="2128350"/>
            <a:ext cx="4250994" cy="7856191"/>
            <a:chOff x="0" y="-47625"/>
            <a:chExt cx="1119596" cy="2123467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1119596" cy="2075842"/>
            </a:xfrm>
            <a:custGeom>
              <a:avLst/>
              <a:gdLst/>
              <a:ahLst/>
              <a:cxnLst/>
              <a:rect l="l" t="t" r="r" b="b"/>
              <a:pathLst>
                <a:path w="1119596" h="2075842" extrusionOk="0">
                  <a:moveTo>
                    <a:pt x="0" y="0"/>
                  </a:moveTo>
                  <a:lnTo>
                    <a:pt x="1119596" y="0"/>
                  </a:lnTo>
                  <a:lnTo>
                    <a:pt x="1119596" y="2075842"/>
                  </a:lnTo>
                  <a:lnTo>
                    <a:pt x="0" y="2075842"/>
                  </a:lnTo>
                  <a:close/>
                </a:path>
              </a:pathLst>
            </a:custGeom>
            <a:solidFill>
              <a:srgbClr val="C3CCD6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47625"/>
              <a:ext cx="1119596" cy="2123467"/>
            </a:xfrm>
            <a:prstGeom prst="rect">
              <a:avLst/>
            </a:prstGeom>
            <a:solidFill>
              <a:srgbClr val="C3CCD6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13"/>
          <p:cNvGrpSpPr/>
          <p:nvPr/>
        </p:nvGrpSpPr>
        <p:grpSpPr>
          <a:xfrm>
            <a:off x="9189250" y="2128325"/>
            <a:ext cx="4467402" cy="7856191"/>
            <a:chOff x="0" y="-47625"/>
            <a:chExt cx="1176592" cy="2123467"/>
          </a:xfrm>
        </p:grpSpPr>
        <p:sp>
          <p:nvSpPr>
            <p:cNvPr id="91" name="Google Shape;91;p13"/>
            <p:cNvSpPr/>
            <p:nvPr/>
          </p:nvSpPr>
          <p:spPr>
            <a:xfrm>
              <a:off x="0" y="0"/>
              <a:ext cx="1176592" cy="2075842"/>
            </a:xfrm>
            <a:custGeom>
              <a:avLst/>
              <a:gdLst/>
              <a:ahLst/>
              <a:cxnLst/>
              <a:rect l="l" t="t" r="r" b="b"/>
              <a:pathLst>
                <a:path w="1176592" h="2075842" extrusionOk="0">
                  <a:moveTo>
                    <a:pt x="0" y="0"/>
                  </a:moveTo>
                  <a:lnTo>
                    <a:pt x="1176592" y="0"/>
                  </a:lnTo>
                  <a:lnTo>
                    <a:pt x="1176592" y="2075842"/>
                  </a:lnTo>
                  <a:lnTo>
                    <a:pt x="0" y="2075842"/>
                  </a:lnTo>
                  <a:close/>
                </a:path>
              </a:pathLst>
            </a:custGeom>
            <a:solidFill>
              <a:srgbClr val="BC955C"/>
            </a:solidFill>
            <a:ln>
              <a:noFill/>
            </a:ln>
          </p:spPr>
        </p:sp>
        <p:sp>
          <p:nvSpPr>
            <p:cNvPr id="92" name="Google Shape;92;p13"/>
            <p:cNvSpPr txBox="1"/>
            <p:nvPr/>
          </p:nvSpPr>
          <p:spPr>
            <a:xfrm>
              <a:off x="0" y="-47625"/>
              <a:ext cx="1176592" cy="2123467"/>
            </a:xfrm>
            <a:prstGeom prst="rect">
              <a:avLst/>
            </a:prstGeom>
            <a:solidFill>
              <a:srgbClr val="BC955C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" name="Google Shape;93;p13"/>
          <p:cNvGrpSpPr/>
          <p:nvPr/>
        </p:nvGrpSpPr>
        <p:grpSpPr>
          <a:xfrm>
            <a:off x="13904250" y="2128325"/>
            <a:ext cx="4192153" cy="7856191"/>
            <a:chOff x="0" y="-47625"/>
            <a:chExt cx="1104099" cy="2123467"/>
          </a:xfrm>
        </p:grpSpPr>
        <p:sp>
          <p:nvSpPr>
            <p:cNvPr id="94" name="Google Shape;94;p13"/>
            <p:cNvSpPr/>
            <p:nvPr/>
          </p:nvSpPr>
          <p:spPr>
            <a:xfrm>
              <a:off x="0" y="0"/>
              <a:ext cx="1104099" cy="2075842"/>
            </a:xfrm>
            <a:custGeom>
              <a:avLst/>
              <a:gdLst/>
              <a:ahLst/>
              <a:cxnLst/>
              <a:rect l="l" t="t" r="r" b="b"/>
              <a:pathLst>
                <a:path w="1104099" h="2075842" extrusionOk="0">
                  <a:moveTo>
                    <a:pt x="0" y="0"/>
                  </a:moveTo>
                  <a:lnTo>
                    <a:pt x="1104099" y="0"/>
                  </a:lnTo>
                  <a:lnTo>
                    <a:pt x="1104099" y="2075842"/>
                  </a:lnTo>
                  <a:lnTo>
                    <a:pt x="0" y="2075842"/>
                  </a:lnTo>
                  <a:close/>
                </a:path>
              </a:pathLst>
            </a:custGeom>
            <a:solidFill>
              <a:srgbClr val="C3CCD6"/>
            </a:solidFill>
            <a:ln>
              <a:noFill/>
            </a:ln>
          </p:spPr>
        </p:sp>
        <p:sp>
          <p:nvSpPr>
            <p:cNvPr id="95" name="Google Shape;95;p13"/>
            <p:cNvSpPr txBox="1"/>
            <p:nvPr/>
          </p:nvSpPr>
          <p:spPr>
            <a:xfrm>
              <a:off x="0" y="-47625"/>
              <a:ext cx="1104099" cy="2123467"/>
            </a:xfrm>
            <a:prstGeom prst="rect">
              <a:avLst/>
            </a:prstGeom>
            <a:solidFill>
              <a:srgbClr val="C3CCD6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" name="Google Shape;96;p13"/>
          <p:cNvGrpSpPr/>
          <p:nvPr/>
        </p:nvGrpSpPr>
        <p:grpSpPr>
          <a:xfrm rot="5400000">
            <a:off x="8289279" y="-8338950"/>
            <a:ext cx="1709442" cy="18288000"/>
            <a:chOff x="0" y="-47625"/>
            <a:chExt cx="450223" cy="4891220"/>
          </a:xfrm>
        </p:grpSpPr>
        <p:sp>
          <p:nvSpPr>
            <p:cNvPr id="97" name="Google Shape;97;p13"/>
            <p:cNvSpPr/>
            <p:nvPr/>
          </p:nvSpPr>
          <p:spPr>
            <a:xfrm>
              <a:off x="0" y="0"/>
              <a:ext cx="450223" cy="4843595"/>
            </a:xfrm>
            <a:custGeom>
              <a:avLst/>
              <a:gdLst/>
              <a:ahLst/>
              <a:cxnLst/>
              <a:rect l="l" t="t" r="r" b="b"/>
              <a:pathLst>
                <a:path w="450223" h="4843595" extrusionOk="0">
                  <a:moveTo>
                    <a:pt x="0" y="0"/>
                  </a:moveTo>
                  <a:lnTo>
                    <a:pt x="450223" y="0"/>
                  </a:lnTo>
                  <a:lnTo>
                    <a:pt x="450223" y="4843595"/>
                  </a:lnTo>
                  <a:lnTo>
                    <a:pt x="0" y="4843595"/>
                  </a:lnTo>
                  <a:close/>
                </a:path>
              </a:pathLst>
            </a:custGeom>
            <a:solidFill>
              <a:srgbClr val="DDC5A2"/>
            </a:solidFill>
            <a:ln>
              <a:noFill/>
            </a:ln>
          </p:spPr>
        </p:sp>
        <p:sp>
          <p:nvSpPr>
            <p:cNvPr id="98" name="Google Shape;98;p13"/>
            <p:cNvSpPr txBox="1"/>
            <p:nvPr/>
          </p:nvSpPr>
          <p:spPr>
            <a:xfrm>
              <a:off x="0" y="-47625"/>
              <a:ext cx="450223" cy="4891220"/>
            </a:xfrm>
            <a:prstGeom prst="rect">
              <a:avLst/>
            </a:prstGeom>
            <a:solidFill>
              <a:srgbClr val="DDC5A2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13"/>
          <p:cNvSpPr/>
          <p:nvPr/>
        </p:nvSpPr>
        <p:spPr>
          <a:xfrm>
            <a:off x="525958" y="310085"/>
            <a:ext cx="1247533" cy="1089272"/>
          </a:xfrm>
          <a:custGeom>
            <a:avLst/>
            <a:gdLst/>
            <a:ahLst/>
            <a:cxnLst/>
            <a:rect l="l" t="t" r="r" b="b"/>
            <a:pathLst>
              <a:path w="1247533" h="1089272" extrusionOk="0">
                <a:moveTo>
                  <a:pt x="0" y="0"/>
                </a:moveTo>
                <a:lnTo>
                  <a:pt x="1247534" y="0"/>
                </a:lnTo>
                <a:lnTo>
                  <a:pt x="1247534" y="1089272"/>
                </a:lnTo>
                <a:lnTo>
                  <a:pt x="0" y="10892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0" name="Google Shape;100;p13"/>
          <p:cNvSpPr/>
          <p:nvPr/>
        </p:nvSpPr>
        <p:spPr>
          <a:xfrm>
            <a:off x="59138" y="1659771"/>
            <a:ext cx="18228862" cy="310097"/>
          </a:xfrm>
          <a:custGeom>
            <a:avLst/>
            <a:gdLst/>
            <a:ahLst/>
            <a:cxnLst/>
            <a:rect l="l" t="t" r="r" b="b"/>
            <a:pathLst>
              <a:path w="18675674" h="280135" extrusionOk="0">
                <a:moveTo>
                  <a:pt x="0" y="0"/>
                </a:moveTo>
                <a:lnTo>
                  <a:pt x="18675674" y="0"/>
                </a:lnTo>
                <a:lnTo>
                  <a:pt x="18675674" y="280136"/>
                </a:lnTo>
                <a:lnTo>
                  <a:pt x="0" y="280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1" name="Google Shape;101;p13"/>
          <p:cNvSpPr txBox="1"/>
          <p:nvPr/>
        </p:nvSpPr>
        <p:spPr>
          <a:xfrm>
            <a:off x="12335350" y="1203800"/>
            <a:ext cx="61209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 b="1">
                <a:solidFill>
                  <a:srgbClr val="00416B"/>
                </a:solidFill>
              </a:rPr>
              <a:t>Department of Computer and Electrical Engineering</a:t>
            </a:r>
            <a:endParaRPr b="1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1">
              <a:solidFill>
                <a:srgbClr val="00416B"/>
              </a:solidFill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7605374" y="126975"/>
            <a:ext cx="3583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00416B"/>
                </a:solidFill>
              </a:rPr>
              <a:t>Capstone Project</a:t>
            </a:r>
            <a:endParaRPr sz="3000" b="1"/>
          </a:p>
        </p:txBody>
      </p:sp>
      <p:sp>
        <p:nvSpPr>
          <p:cNvPr id="103" name="Google Shape;103;p13"/>
          <p:cNvSpPr txBox="1"/>
          <p:nvPr/>
        </p:nvSpPr>
        <p:spPr>
          <a:xfrm>
            <a:off x="354725" y="2394400"/>
            <a:ext cx="4063200" cy="73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4803550" y="2335275"/>
            <a:ext cx="3965700" cy="73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9355850" y="2409175"/>
            <a:ext cx="4063200" cy="73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14070725" y="2320475"/>
            <a:ext cx="3798600" cy="75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13" title="FullBaylee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819276" y="69300"/>
            <a:ext cx="1141023" cy="982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Custom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Ahmed Banafa</cp:lastModifiedBy>
  <cp:revision>1</cp:revision>
  <dcterms:modified xsi:type="dcterms:W3CDTF">2025-04-14T17:12:46Z</dcterms:modified>
</cp:coreProperties>
</file>